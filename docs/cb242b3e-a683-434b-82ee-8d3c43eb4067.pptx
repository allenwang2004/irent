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/>
              <a:t>2026和泰AI黑客松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說明：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簡報版面與文字排版可自由設計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總頁數限制</a:t>
            </a:r>
            <a:r>
              <a:rPr lang="zh-TW" sz="1800">
                <a:solidFill>
                  <a:schemeClr val="dk1"/>
                </a:solidFill>
              </a:rPr>
              <a:t>15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頁內，不包含附錄 (*決賽需提交 Prototype 或 Demo 完整版)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請填寫完整團隊名稱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請填寫此次提案的產品或服務名稱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請選填對應的企業挑戰題目（如:TOYOTA bZ4X 油轉電顧問服務）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一句話描述方案服務的主要使用者或受益對象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1. 條列關鍵設計亮點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2. 每項以一句話描述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3. 不需填滿 3 項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列出實際採用的 AI 工具、模型或服務名稱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說明方案可帶來的具體效益（例:效率提升 30%、降低人力成本、創造新營收）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/>
              <a:t>1.</a:t>
            </a:r>
            <a:r>
              <a:rPr b="1" lang="zh-TW"/>
              <a:t>提案概述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zh-TW"/>
              <a:t>提案名稱、核心價值主張、要解決的核心問題與目標。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zh-TW" sz="5400"/>
              <a:t>2.</a:t>
            </a:r>
            <a:r>
              <a:rPr b="1" lang="zh-TW" sz="5400"/>
              <a:t>目標對象與痛點分析</a:t>
            </a:r>
            <a:endParaRPr sz="5400"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使用者輪廓、目標優化單位的現況描述、具體的痛點分析。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/>
              <a:t>3.</a:t>
            </a:r>
            <a:r>
              <a:rPr b="1" lang="zh-TW"/>
              <a:t>解決方案設計</a:t>
            </a:r>
            <a:endParaRPr b="1"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zh-TW"/>
              <a:t>整體方案架構、流程設計、體驗規劃或行銷策略架構等。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/>
              <a:t>4.</a:t>
            </a:r>
            <a:r>
              <a:rPr b="1" lang="zh-TW"/>
              <a:t>AI 應用方法</a:t>
            </a:r>
            <a:endParaRPr/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zh-TW"/>
              <a:t>應用的 AI 技術、工具或模型；AI 在方案中扮演的關鍵角色;技術或工具的選用原因。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/>
              <a:t>5.</a:t>
            </a:r>
            <a:r>
              <a:rPr b="1" lang="zh-TW"/>
              <a:t>獨特優勢與差異化</a:t>
            </a:r>
            <a:endParaRPr b="1"/>
          </a:p>
        </p:txBody>
      </p:sp>
      <p:sp>
        <p:nvSpPr>
          <p:cNvPr id="122" name="Google Shape;122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zh-TW"/>
              <a:t>與現有做法的差異、創新點、難以複製的特色。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/>
              <a:t>6.預期效益與落地評估</a:t>
            </a:r>
            <a:endParaRPr/>
          </a:p>
        </p:txBody>
      </p:sp>
      <p:sp>
        <p:nvSpPr>
          <p:cNvPr id="128" name="Google Shape;12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zh-TW"/>
              <a:t>預期成效指標、效益說明(如效率提升、體驗改善、行銷成效、成本優化等)、落地條件、導入時程與資源需求評估。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/>
              <a:t>7.補充資料</a:t>
            </a:r>
            <a:endParaRPr/>
          </a:p>
        </p:txBody>
      </p:sp>
      <p:sp>
        <p:nvSpPr>
          <p:cNvPr id="134" name="Google Shape;134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zh-TW"/>
              <a:t>參考文獻或資料來源和 GitHub 程式碼文檔、概念原型或模擬畫面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